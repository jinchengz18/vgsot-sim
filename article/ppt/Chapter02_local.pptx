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1" r:id="rId3"/>
    <p:sldId id="263" r:id="rId4"/>
    <p:sldId id="275" r:id="rId6"/>
    <p:sldId id="283" r:id="rId7"/>
    <p:sldId id="276" r:id="rId8"/>
    <p:sldId id="284" r:id="rId9"/>
    <p:sldId id="267" r:id="rId10"/>
    <p:sldId id="285" r:id="rId11"/>
    <p:sldId id="287" r:id="rId12"/>
    <p:sldId id="286" r:id="rId13"/>
    <p:sldId id="268" r:id="rId14"/>
    <p:sldId id="277" r:id="rId15"/>
    <p:sldId id="266" r:id="rId16"/>
    <p:sldId id="269" r:id="rId17"/>
    <p:sldId id="258" r:id="rId18"/>
    <p:sldId id="288" r:id="rId19"/>
    <p:sldId id="259" r:id="rId20"/>
    <p:sldId id="261" r:id="rId21"/>
    <p:sldId id="289" r:id="rId25"/>
    <p:sldId id="290" r:id="rId26"/>
    <p:sldId id="291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C"/>
    <a:srgbClr val="505251"/>
    <a:srgbClr val="7C7E7D"/>
    <a:srgbClr val="0002FF"/>
    <a:srgbClr val="FF00FF"/>
    <a:srgbClr val="0002FE"/>
    <a:srgbClr val="F89B24"/>
    <a:srgbClr val="C00000"/>
    <a:srgbClr val="009F4E"/>
    <a:srgbClr val="FDF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AUTOFIG:ch02_19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AUTOFIG:ch02_20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AUTOFIG:ch02_21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0147300" y="-6413500"/>
            <a:ext cx="15748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0147300" y="12230100"/>
            <a:ext cx="15748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20485100" y="-6413500"/>
            <a:ext cx="15748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0485100" y="12230100"/>
            <a:ext cx="15748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pter02_local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56080"/>
            <a:ext cx="9144000" cy="35458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405" y="157543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66285" y="157543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_02_behavioral_layers"/>
          <p:cNvPicPr>
            <a:picLocks noChangeAspect="1"/>
          </p:cNvPicPr>
          <p:nvPr/>
        </p:nvPicPr>
        <p:blipFill>
          <a:blip r:embed="rId1"/>
          <a:srcRect l="2207" r="1945"/>
          <a:stretch>
            <a:fillRect/>
          </a:stretch>
        </p:blipFill>
        <p:spPr>
          <a:xfrm>
            <a:off x="0" y="-23495"/>
            <a:ext cx="9144000" cy="6734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fig_03_thermal_nonidealities"/>
          <p:cNvPicPr>
            <a:picLocks noChangeAspect="1"/>
          </p:cNvPicPr>
          <p:nvPr/>
        </p:nvPicPr>
        <p:blipFill>
          <a:blip r:embed="rId1"/>
          <a:srcRect l="1854" r="1702"/>
          <a:stretch>
            <a:fillRect/>
          </a:stretch>
        </p:blipFill>
        <p:spPr>
          <a:xfrm>
            <a:off x="0" y="177800"/>
            <a:ext cx="9148445" cy="6503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62075"/>
            <a:ext cx="9144000" cy="41332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50165" y="124269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66285" y="124269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324485"/>
            <a:ext cx="8703310" cy="64509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9405" y="26416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2165" y="26416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9405" y="350329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22165" y="350329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_self_heating_trajectory"/>
          <p:cNvPicPr>
            <a:picLocks noChangeAspect="1"/>
          </p:cNvPicPr>
          <p:nvPr/>
        </p:nvPicPr>
        <p:blipFill>
          <a:blip r:embed="rId1"/>
          <a:srcRect t="4713"/>
          <a:stretch>
            <a:fillRect/>
          </a:stretch>
        </p:blipFill>
        <p:spPr>
          <a:xfrm>
            <a:off x="309245" y="457200"/>
            <a:ext cx="8525510" cy="62528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9405" y="34671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2165" y="34671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9405" y="364299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2165" y="364299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fig_07_vgsot_sim_architecture"/>
          <p:cNvPicPr>
            <a:picLocks noChangeAspect="1"/>
          </p:cNvPicPr>
          <p:nvPr/>
        </p:nvPicPr>
        <p:blipFill>
          <a:blip r:embed="rId1"/>
          <a:srcRect t="3787" b="5019"/>
          <a:stretch>
            <a:fillRect/>
          </a:stretch>
        </p:blipFill>
        <p:spPr>
          <a:xfrm>
            <a:off x="686435" y="0"/>
            <a:ext cx="7770495" cy="6862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4713"/>
          <a:stretch>
            <a:fillRect/>
          </a:stretch>
        </p:blipFill>
        <p:spPr>
          <a:xfrm>
            <a:off x="657860" y="149860"/>
            <a:ext cx="8174990" cy="67081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9405" y="1270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9405" y="219329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9405" y="428498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6956"/>
          <a:stretch>
            <a:fillRect/>
          </a:stretch>
        </p:blipFill>
        <p:spPr>
          <a:xfrm>
            <a:off x="0" y="1346200"/>
            <a:ext cx="9144000" cy="45015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50165" y="128714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77435" y="128714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4640"/>
            <a:ext cx="9144000" cy="62680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 rot="0">
            <a:off x="486410" y="199390"/>
            <a:ext cx="7614285" cy="3265805"/>
            <a:chOff x="0" y="1840"/>
            <a:chExt cx="14400" cy="646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rcRect b="309"/>
            <a:stretch>
              <a:fillRect/>
            </a:stretch>
          </p:blipFill>
          <p:spPr>
            <a:xfrm>
              <a:off x="0" y="1840"/>
              <a:ext cx="14400" cy="646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9997" y="7989"/>
              <a:ext cx="1386" cy="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811" y="7319"/>
              <a:ext cx="1691" cy="5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-9525" y="45720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3747770"/>
            <a:ext cx="7611745" cy="29349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9525" y="342201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_12_exp_nb_summ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65405"/>
            <a:ext cx="9031605" cy="67830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38100" y="-1968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75150" y="-1968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38100" y="3266440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4206"/>
          <a:stretch>
            <a:fillRect/>
          </a:stretch>
        </p:blipFill>
        <p:spPr>
          <a:xfrm>
            <a:off x="0" y="344805"/>
            <a:ext cx="9144000" cy="64509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24765" y="207645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24765" y="3479165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48505" y="207645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48505" y="3479165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_exp_device_consisten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" y="1383665"/>
            <a:ext cx="8827135" cy="40906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405" y="127571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66285" y="1275715"/>
            <a:ext cx="56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4781"/>
          <a:stretch>
            <a:fillRect/>
          </a:stretch>
        </p:blipFill>
        <p:spPr>
          <a:xfrm>
            <a:off x="0" y="414020"/>
            <a:ext cx="9144000" cy="61080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24765" y="17907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4765" y="343154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4280" y="17907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34280" y="343154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_16_macrospin_process_variability_m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9085"/>
            <a:ext cx="9140825" cy="6259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4284"/>
          <a:stretch>
            <a:fillRect/>
          </a:stretch>
        </p:blipFill>
        <p:spPr>
          <a:xfrm>
            <a:off x="0" y="326390"/>
            <a:ext cx="9144000" cy="63563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57785" y="14224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(a)</a:t>
            </a:r>
            <a:endParaRPr lang="en-US" altLang="zh-CN" b="1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57785" y="346837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(c)</a:t>
            </a:r>
            <a:endParaRPr lang="en-US" altLang="zh-CN" b="1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57090" y="14224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(b)</a:t>
            </a:r>
            <a:endParaRPr lang="en-US" altLang="zh-CN" b="1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57090" y="3468370"/>
            <a:ext cx="56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(d)</a:t>
            </a:r>
            <a:endParaRPr lang="en-US" altLang="zh-CN" b="1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4680"/>
          <a:stretch>
            <a:fillRect/>
          </a:stretch>
        </p:blipFill>
        <p:spPr>
          <a:xfrm>
            <a:off x="0" y="1022985"/>
            <a:ext cx="9144000" cy="53028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71120" y="871855"/>
            <a:ext cx="567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78150" y="871855"/>
            <a:ext cx="567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52795" y="871855"/>
            <a:ext cx="547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71120" y="3663950"/>
            <a:ext cx="567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78150" y="3663950"/>
            <a:ext cx="567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52795" y="3663950"/>
            <a:ext cx="547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02_19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2810256" cy="22683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ch02_19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872" y="502920"/>
            <a:ext cx="2810256" cy="230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2592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pic>
        <p:nvPicPr>
          <p:cNvPr id="7" name="Picture 6" descr="ch02_19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144" y="502920"/>
            <a:ext cx="2810256" cy="2381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50864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02_20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2810256" cy="2281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ch02_20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872" y="502920"/>
            <a:ext cx="2810256" cy="2279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2592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pic>
        <p:nvPicPr>
          <p:cNvPr id="7" name="Picture 6" descr="ch02_20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144" y="502920"/>
            <a:ext cx="2810256" cy="220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50864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02_21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2810256" cy="23062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ch02_21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872" y="502920"/>
            <a:ext cx="2810256" cy="23341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2592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pic>
        <p:nvPicPr>
          <p:cNvPr id="7" name="Picture 6" descr="ch02_21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144" y="502920"/>
            <a:ext cx="2810256" cy="2401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50864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84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邵东一中_张锦程</cp:lastModifiedBy>
  <cp:revision>372</cp:revision>
  <dcterms:created xsi:type="dcterms:W3CDTF">2023-08-09T12:44:00Z</dcterms:created>
  <dcterms:modified xsi:type="dcterms:W3CDTF">2026-07-02T00:48:00Z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AB86965D0DD74D9FBB52E6388AF8FE8D_13</vt:lpwstr>
  </property>
</Properties>
</file>