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71" r:id="rId3"/>
    <p:sldId id="263" r:id="rId4"/>
    <p:sldId id="275" r:id="rId6"/>
    <p:sldId id="283" r:id="rId7"/>
    <p:sldId id="276" r:id="rId8"/>
    <p:sldId id="284" r:id="rId9"/>
    <p:sldId id="267" r:id="rId10"/>
    <p:sldId id="285" r:id="rId11"/>
    <p:sldId id="287" r:id="rId12"/>
    <p:sldId id="286" r:id="rId13"/>
    <p:sldId id="268" r:id="rId14"/>
    <p:sldId id="277" r:id="rId15"/>
    <p:sldId id="266" r:id="rId16"/>
    <p:sldId id="269" r:id="rId17"/>
    <p:sldId id="258" r:id="rId18"/>
    <p:sldId id="288" r:id="rId19"/>
    <p:sldId id="259" r:id="rId20"/>
    <p:sldId id="261" r:id="rId21"/>
    <p:sldId id="289" r:id="rId22"/>
    <p:sldId id="290" r:id="rId23"/>
    <p:sldId id="291" r:id="rId24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C"/>
    <a:srgbClr val="505251"/>
    <a:srgbClr val="7C7E7D"/>
    <a:srgbClr val="0002FF"/>
    <a:srgbClr val="FF00FF"/>
    <a:srgbClr val="0002FE"/>
    <a:srgbClr val="F89B24"/>
    <a:srgbClr val="C00000"/>
    <a:srgbClr val="009F4E"/>
    <a:srgbClr val="FDF1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 alt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AUTOFIG:ch02_19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AUTOFIG:ch02_20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AUTOFIG:ch02_21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10147300" y="-6413500"/>
            <a:ext cx="15748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-10147300" y="12230100"/>
            <a:ext cx="15748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 userDrawn="1"/>
        </p:nvSpPr>
        <p:spPr>
          <a:xfrm>
            <a:off x="20485100" y="-6413500"/>
            <a:ext cx="15748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20485100" y="12230100"/>
            <a:ext cx="15748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tags" Target="../tags/tag6.xml"/><Relationship Id="rId8" Type="http://schemas.openxmlformats.org/officeDocument/2006/relationships/image" Target="../media/image28.png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image" Target="../media/image27.png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image" Target="../media/image26.png"/><Relationship Id="rId11" Type="http://schemas.openxmlformats.org/officeDocument/2006/relationships/notesSlide" Target="../notesSlides/notesSlide10.xml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hapter02_local_0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656080"/>
            <a:ext cx="9144000" cy="354584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65405" y="157543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566285" y="157543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fig_02_behavioral_layers"/>
          <p:cNvPicPr>
            <a:picLocks noChangeAspect="1"/>
          </p:cNvPicPr>
          <p:nvPr/>
        </p:nvPicPr>
        <p:blipFill>
          <a:blip r:embed="rId1"/>
          <a:srcRect l="2207" r="1945"/>
          <a:stretch>
            <a:fillRect/>
          </a:stretch>
        </p:blipFill>
        <p:spPr>
          <a:xfrm>
            <a:off x="0" y="-23495"/>
            <a:ext cx="9144000" cy="67341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6" name="图片 15" descr="fig_03_thermal_nonidealities"/>
          <p:cNvPicPr>
            <a:picLocks noChangeAspect="1"/>
          </p:cNvPicPr>
          <p:nvPr/>
        </p:nvPicPr>
        <p:blipFill>
          <a:blip r:embed="rId1"/>
          <a:srcRect l="1854" r="1702"/>
          <a:stretch>
            <a:fillRect/>
          </a:stretch>
        </p:blipFill>
        <p:spPr>
          <a:xfrm>
            <a:off x="0" y="177800"/>
            <a:ext cx="9148445" cy="65030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362075"/>
            <a:ext cx="9144000" cy="4133215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-50165" y="124269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566285" y="124269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815" y="324485"/>
            <a:ext cx="8703310" cy="6450965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319405" y="264160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22165" y="264160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19405" y="350329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622165" y="350329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fig_self_heating_trajectory"/>
          <p:cNvPicPr>
            <a:picLocks noChangeAspect="1"/>
          </p:cNvPicPr>
          <p:nvPr/>
        </p:nvPicPr>
        <p:blipFill>
          <a:blip r:embed="rId1"/>
          <a:srcRect t="4713"/>
          <a:stretch>
            <a:fillRect/>
          </a:stretch>
        </p:blipFill>
        <p:spPr>
          <a:xfrm>
            <a:off x="309245" y="457200"/>
            <a:ext cx="8525510" cy="6252845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319405" y="346710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22165" y="346710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19405" y="364299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622165" y="364299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2" name="图片 11" descr="fig_07_vgsot_sim_architecture"/>
          <p:cNvPicPr>
            <a:picLocks noChangeAspect="1"/>
          </p:cNvPicPr>
          <p:nvPr/>
        </p:nvPicPr>
        <p:blipFill>
          <a:blip r:embed="rId1"/>
          <a:srcRect t="3787" b="5019"/>
          <a:stretch>
            <a:fillRect/>
          </a:stretch>
        </p:blipFill>
        <p:spPr>
          <a:xfrm>
            <a:off x="686435" y="0"/>
            <a:ext cx="7770495" cy="68624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713"/>
          <a:stretch>
            <a:fillRect/>
          </a:stretch>
        </p:blipFill>
        <p:spPr>
          <a:xfrm>
            <a:off x="657860" y="149860"/>
            <a:ext cx="8174990" cy="670814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319405" y="12700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19405" y="2193290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19405" y="4284980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rcRect t="6956"/>
          <a:stretch>
            <a:fillRect/>
          </a:stretch>
        </p:blipFill>
        <p:spPr>
          <a:xfrm>
            <a:off x="0" y="1346200"/>
            <a:ext cx="9144000" cy="4501515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-50165" y="128714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877435" y="128714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94640"/>
            <a:ext cx="9144000" cy="62680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" name="组合 1"/>
          <p:cNvGrpSpPr/>
          <p:nvPr/>
        </p:nvGrpSpPr>
        <p:grpSpPr>
          <a:xfrm rot="0">
            <a:off x="486410" y="199390"/>
            <a:ext cx="7614285" cy="3265805"/>
            <a:chOff x="0" y="1840"/>
            <a:chExt cx="14400" cy="6460"/>
          </a:xfrm>
        </p:grpSpPr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1"/>
            <a:srcRect b="309"/>
            <a:stretch>
              <a:fillRect/>
            </a:stretch>
          </p:blipFill>
          <p:spPr>
            <a:xfrm>
              <a:off x="0" y="1840"/>
              <a:ext cx="14400" cy="6460"/>
            </a:xfrm>
            <a:prstGeom prst="rect">
              <a:avLst/>
            </a:prstGeom>
          </p:spPr>
        </p:pic>
        <p:sp>
          <p:nvSpPr>
            <p:cNvPr id="4" name="矩形 3"/>
            <p:cNvSpPr/>
            <p:nvPr/>
          </p:nvSpPr>
          <p:spPr>
            <a:xfrm>
              <a:off x="9997" y="7989"/>
              <a:ext cx="1386" cy="28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9811" y="7319"/>
              <a:ext cx="1691" cy="54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9" name="文本框 8"/>
          <p:cNvSpPr txBox="1"/>
          <p:nvPr/>
        </p:nvSpPr>
        <p:spPr>
          <a:xfrm>
            <a:off x="-9525" y="45720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75" y="3747770"/>
            <a:ext cx="7611745" cy="2934970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-9525" y="342201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b</a:t>
            </a:r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fig_12_exp_nb_summar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5" y="65405"/>
            <a:ext cx="9031605" cy="678307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-38100" y="-19685"/>
            <a:ext cx="555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375150" y="-19685"/>
            <a:ext cx="555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-38100" y="3266440"/>
            <a:ext cx="555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rcRect t="4206"/>
          <a:stretch>
            <a:fillRect/>
          </a:stretch>
        </p:blipFill>
        <p:spPr>
          <a:xfrm>
            <a:off x="0" y="344805"/>
            <a:ext cx="9144000" cy="6450965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-24765" y="207645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-24765" y="3479165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548505" y="207645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548505" y="3479165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fig_exp_device_consistenc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510" y="1383665"/>
            <a:ext cx="8827135" cy="409067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65405" y="127571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566285" y="1275715"/>
            <a:ext cx="5676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rcRect t="4781"/>
          <a:stretch>
            <a:fillRect/>
          </a:stretch>
        </p:blipFill>
        <p:spPr>
          <a:xfrm>
            <a:off x="0" y="414020"/>
            <a:ext cx="9144000" cy="6108065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-24765" y="179070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-24765" y="3431540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034280" y="179070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034280" y="3431540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fig_16_macrospin_process_variability_mc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99085"/>
            <a:ext cx="9140825" cy="62598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rcRect t="4284"/>
          <a:stretch>
            <a:fillRect/>
          </a:stretch>
        </p:blipFill>
        <p:spPr>
          <a:xfrm>
            <a:off x="0" y="326390"/>
            <a:ext cx="9144000" cy="635635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-57785" y="142240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ea typeface="黑体" panose="02010609060101010101" charset="-122"/>
                <a:cs typeface="Arial" panose="020B0604020202020204" pitchFamily="34" charset="0"/>
              </a:rPr>
              <a:t>(a)</a:t>
            </a:r>
            <a:endParaRPr lang="en-US" altLang="zh-CN" b="1"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-57785" y="3468370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ea typeface="黑体" panose="02010609060101010101" charset="-122"/>
                <a:cs typeface="Arial" panose="020B0604020202020204" pitchFamily="34" charset="0"/>
              </a:rPr>
              <a:t>(c)</a:t>
            </a:r>
            <a:endParaRPr lang="en-US" altLang="zh-CN" b="1"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657090" y="142240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ea typeface="黑体" panose="02010609060101010101" charset="-122"/>
                <a:cs typeface="Arial" panose="020B0604020202020204" pitchFamily="34" charset="0"/>
              </a:rPr>
              <a:t>(b)</a:t>
            </a:r>
            <a:endParaRPr lang="en-US" altLang="zh-CN" b="1"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657090" y="3468370"/>
            <a:ext cx="5676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Arial" panose="020B0604020202020204" pitchFamily="34" charset="0"/>
                <a:ea typeface="黑体" panose="02010609060101010101" charset="-122"/>
                <a:cs typeface="Arial" panose="020B0604020202020204" pitchFamily="34" charset="0"/>
              </a:rPr>
              <a:t>(d)</a:t>
            </a:r>
            <a:endParaRPr lang="en-US" altLang="zh-CN" b="1">
              <a:latin typeface="Arial" panose="020B0604020202020204" pitchFamily="34" charset="0"/>
              <a:ea typeface="黑体" panose="02010609060101010101" charset="-122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rcRect t="4680"/>
          <a:stretch>
            <a:fillRect/>
          </a:stretch>
        </p:blipFill>
        <p:spPr>
          <a:xfrm>
            <a:off x="0" y="1022985"/>
            <a:ext cx="9144000" cy="5302885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-71120" y="871855"/>
            <a:ext cx="5676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978150" y="871855"/>
            <a:ext cx="5676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852795" y="871855"/>
            <a:ext cx="5473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-71120" y="3663950"/>
            <a:ext cx="5676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978150" y="3663950"/>
            <a:ext cx="56769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852795" y="3663950"/>
            <a:ext cx="54737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(f)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2_19_a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2810256" cy="22683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498348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202020"/>
                </a:solidFill>
              </a:rPr>
              <a:t>(a)</a:t>
            </a:r>
            <a:endParaRPr sz="1400" b="1">
              <a:solidFill>
                <a:srgbClr val="202020"/>
              </a:solidFill>
            </a:endParaRPr>
          </a:p>
        </p:txBody>
      </p:sp>
      <p:pic>
        <p:nvPicPr>
          <p:cNvPr id="5" name="Picture 4" descr="ch02_19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6872" y="502920"/>
            <a:ext cx="2810256" cy="23020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498348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202020"/>
                </a:solidFill>
              </a:rPr>
              <a:t>(b)</a:t>
            </a:r>
            <a:endParaRPr sz="1400" b="1">
              <a:solidFill>
                <a:srgbClr val="202020"/>
              </a:solidFill>
            </a:endParaRPr>
          </a:p>
        </p:txBody>
      </p:sp>
      <p:pic>
        <p:nvPicPr>
          <p:cNvPr id="7" name="Picture 6" descr="ch02_19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5144" y="502920"/>
            <a:ext cx="2810256" cy="238176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498348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202020"/>
                </a:solidFill>
              </a:rPr>
              <a:t>(c)</a:t>
            </a:r>
            <a:endParaRPr sz="1400" b="1">
              <a:solidFill>
                <a:srgbClr val="202020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2_20_a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2810256" cy="22817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435483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202020"/>
                </a:solidFill>
              </a:rPr>
              <a:t>(a)</a:t>
            </a:r>
            <a:endParaRPr sz="1400" b="1">
              <a:solidFill>
                <a:srgbClr val="202020"/>
              </a:solidFill>
            </a:endParaRPr>
          </a:p>
        </p:txBody>
      </p:sp>
      <p:pic>
        <p:nvPicPr>
          <p:cNvPr id="5" name="Picture 4" descr="ch02_20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6872" y="502920"/>
            <a:ext cx="2810256" cy="22799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435483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202020"/>
                </a:solidFill>
              </a:rPr>
              <a:t>(b)</a:t>
            </a:r>
            <a:endParaRPr sz="1400" b="1">
              <a:solidFill>
                <a:srgbClr val="202020"/>
              </a:solidFill>
            </a:endParaRPr>
          </a:p>
        </p:txBody>
      </p:sp>
      <p:pic>
        <p:nvPicPr>
          <p:cNvPr id="7" name="Picture 6" descr="ch02_20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5144" y="502920"/>
            <a:ext cx="2810256" cy="2201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435483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202020"/>
                </a:solidFill>
              </a:rPr>
              <a:t>(c)</a:t>
            </a:r>
            <a:endParaRPr sz="1400" b="1">
              <a:solidFill>
                <a:srgbClr val="202020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2_21_a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306243"/>
          </a:xfrm>
          <a:prstGeom prst="rect">
            <a:avLst/>
          </a:prstGeom>
        </p:spPr>
      </p:pic>
      <p:sp>
        <p:nvSpPr>
          <p:cNvPr id="4" name="TextBox 3"/>
          <p:cNvSpPr txBox="1"/>
          <p:nvPr>
            <p:custDataLst>
              <p:tags r:id="rId3"/>
            </p:custDataLst>
          </p:nvPr>
        </p:nvSpPr>
        <p:spPr>
          <a:xfrm>
            <a:off x="274320" y="446913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202020"/>
                </a:solidFill>
              </a:rPr>
              <a:t>(a)</a:t>
            </a:r>
            <a:endParaRPr sz="1400" b="1">
              <a:solidFill>
                <a:srgbClr val="202020"/>
              </a:solidFill>
            </a:endParaRPr>
          </a:p>
        </p:txBody>
      </p:sp>
      <p:pic>
        <p:nvPicPr>
          <p:cNvPr id="5" name="Picture 4" descr="ch02_21_b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3166872" y="502920"/>
            <a:ext cx="2810256" cy="2334129"/>
          </a:xfrm>
          <a:prstGeom prst="rect">
            <a:avLst/>
          </a:prstGeom>
        </p:spPr>
      </p:pic>
      <p:sp>
        <p:nvSpPr>
          <p:cNvPr id="6" name="TextBox 5"/>
          <p:cNvSpPr txBox="1"/>
          <p:nvPr>
            <p:custDataLst>
              <p:tags r:id="rId6"/>
            </p:custDataLst>
          </p:nvPr>
        </p:nvSpPr>
        <p:spPr>
          <a:xfrm>
            <a:off x="3212592" y="446913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202020"/>
                </a:solidFill>
              </a:rPr>
              <a:t>(b)</a:t>
            </a:r>
            <a:endParaRPr sz="1400" b="1">
              <a:solidFill>
                <a:srgbClr val="202020"/>
              </a:solidFill>
            </a:endParaRPr>
          </a:p>
        </p:txBody>
      </p:sp>
      <p:pic>
        <p:nvPicPr>
          <p:cNvPr id="7" name="Picture 6" descr="ch02_21_c.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105144" y="502920"/>
            <a:ext cx="2810256" cy="2401039"/>
          </a:xfrm>
          <a:prstGeom prst="rect">
            <a:avLst/>
          </a:prstGeom>
        </p:spPr>
      </p:pic>
      <p:sp>
        <p:nvSpPr>
          <p:cNvPr id="8" name="TextBox 7"/>
          <p:cNvSpPr txBox="1"/>
          <p:nvPr>
            <p:custDataLst>
              <p:tags r:id="rId9"/>
            </p:custDataLst>
          </p:nvPr>
        </p:nvSpPr>
        <p:spPr>
          <a:xfrm>
            <a:off x="6150864" y="446913"/>
            <a:ext cx="5486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400" b="1">
                <a:solidFill>
                  <a:srgbClr val="202020"/>
                </a:solidFill>
              </a:rPr>
              <a:t>(c)</a:t>
            </a:r>
            <a:endParaRPr sz="1400" b="1">
              <a:solidFill>
                <a:srgbClr val="202020"/>
              </a:solidFill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89.05818897637795,&quot;left&quot;:18,&quot;top&quot;:39.6,&quot;width&quot;:684}"/>
</p:tagLst>
</file>

<file path=ppt/tags/tag2.xml><?xml version="1.0" encoding="utf-8"?>
<p:tagLst xmlns:p="http://schemas.openxmlformats.org/presentationml/2006/main">
  <p:tag name="KSO_WM_DIAGRAM_VIRTUALLY_FRAME" val="{&quot;height&quot;:189.05818897637795,&quot;left&quot;:18,&quot;top&quot;:39.6,&quot;width&quot;:684}"/>
</p:tagLst>
</file>

<file path=ppt/tags/tag3.xml><?xml version="1.0" encoding="utf-8"?>
<p:tagLst xmlns:p="http://schemas.openxmlformats.org/presentationml/2006/main">
  <p:tag name="KSO_WM_DIAGRAM_VIRTUALLY_FRAME" val="{&quot;height&quot;:189.05818897637795,&quot;left&quot;:18,&quot;top&quot;:39.6,&quot;width&quot;:684}"/>
</p:tagLst>
</file>

<file path=ppt/tags/tag4.xml><?xml version="1.0" encoding="utf-8"?>
<p:tagLst xmlns:p="http://schemas.openxmlformats.org/presentationml/2006/main">
  <p:tag name="KSO_WM_DIAGRAM_VIRTUALLY_FRAME" val="{&quot;height&quot;:189.05818897637795,&quot;left&quot;:18,&quot;top&quot;:39.6,&quot;width&quot;:684}"/>
</p:tagLst>
</file>

<file path=ppt/tags/tag5.xml><?xml version="1.0" encoding="utf-8"?>
<p:tagLst xmlns:p="http://schemas.openxmlformats.org/presentationml/2006/main">
  <p:tag name="KSO_WM_DIAGRAM_VIRTUALLY_FRAME" val="{&quot;height&quot;:189.05818897637795,&quot;left&quot;:18,&quot;top&quot;:39.6,&quot;width&quot;:684}"/>
</p:tagLst>
</file>

<file path=ppt/tags/tag6.xml><?xml version="1.0" encoding="utf-8"?>
<p:tagLst xmlns:p="http://schemas.openxmlformats.org/presentationml/2006/main">
  <p:tag name="KSO_WM_DIAGRAM_VIRTUALLY_FRAME" val="{&quot;height&quot;:189.05818897637795,&quot;left&quot;:18,&quot;top&quot;:39.6,&quot;width&quot;:684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153</Words>
  <Application>WPS 演示</Application>
  <PresentationFormat>宽屏</PresentationFormat>
  <Paragraphs>102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9" baseType="lpstr">
      <vt:lpstr>Arial</vt:lpstr>
      <vt:lpstr>宋体</vt:lpstr>
      <vt:lpstr>Wingdings</vt:lpstr>
      <vt:lpstr>Calibri</vt:lpstr>
      <vt:lpstr>微软雅黑</vt:lpstr>
      <vt:lpstr>Arial Unicode MS</vt:lpstr>
      <vt:lpstr>黑体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373</cp:revision>
  <dcterms:created xsi:type="dcterms:W3CDTF">2023-08-09T12:44:00Z</dcterms:created>
  <dcterms:modified xsi:type="dcterms:W3CDTF">2026-07-02T07:19:27Z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AB86965D0DD74D9FBB52E6388AF8FE8D_13</vt:lpwstr>
  </property>
</Properties>
</file>